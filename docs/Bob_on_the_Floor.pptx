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0E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2F0EC"/>
                </a:solidFill>
                <a:latin typeface="Arial"/>
              </a:rPr>
              <a:t>Sensor drift above established baseline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C9C9C"/>
            </a:solidFill>
            <a:ln w="28575" cap="flat">
              <a:solidFill>
                <a:srgbClr val="9C9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9C9C"/>
              </a:solidFill>
              <a:ln w="9525" cap="flat">
                <a:solidFill>
                  <a:srgbClr val="9C9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Vibration (mm/s)</c:v>
                </c:pt>
              </c:strCache>
            </c:strRef>
          </c:tx>
          <c:spPr>
            <a:solidFill>
              <a:srgbClr val="E8890C"/>
            </a:solidFill>
            <a:ln w="28575" cap="flat">
              <a:solidFill>
                <a:srgbClr val="E889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890C"/>
              </a:solidFill>
              <a:ln w="9525" cap="flat">
                <a:solidFill>
                  <a:srgbClr val="E889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2.1</c:v>
                </c:pt>
                <c:pt idx="2">
                  <c:v>2.3</c:v>
                </c:pt>
                <c:pt idx="3">
                  <c:v>2.6</c:v>
                </c:pt>
                <c:pt idx="4">
                  <c:v>3</c:v>
                </c:pt>
                <c:pt idx="5">
                  <c:v>3.6</c:v>
                </c:pt>
                <c:pt idx="6">
                  <c:v>4.3</c:v>
                </c:pt>
                <c:pt idx="7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3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9C9C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A3A3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C9C9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C9C9C"/>
                    </a:solidFill>
                    <a:latin typeface="Arial"/>
                  </a:rPr>
                  <a:t>mm/s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9C9C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42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C9C9C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ON THE FLOOR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on the Floor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LLM-Orchestrated Industrial Fault Response, MCP-Native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384048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23360"/>
            <a:ext cx="8686800" cy="105156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Conveyor motor anomaly -&gt; procedure retrieval -&gt; ladder-logic patch -&gt; human approval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devices. Eight MCP tools. Zero ML dependencies.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[ 01 / 13 ]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 AM Problem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737360"/>
            <a:ext cx="5532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conveyor motor's vibration drifts above its established baseline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system connects the sensor anomaly to the maintenance procedure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 must: recognise the fault pattern, search the manual, write a ladder-logic patch, and get approval — manually, under time pressure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or delayed response: bearing failure, unplanned downtime, safety risk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Pipeline. Five Stages. Fully Composable.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on the Floor is a five-device fault-response pipeline exposed as discrete MCP tools.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MCP-capable LLM orchestrator — IBM Bob, Claude, or any agent framework — can drive each stage independently or run the whole chain in a single call.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11247120" cy="164592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Ladder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1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2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3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4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5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tools: listen_telemetry -&gt; detect_anomaly -&gt; retrieve_procedure -&gt; compile_ladder -&gt; approve_change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is its own MCP tool — the orchestrator inspects each output before deciding whether to call the next.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Devices, Five Schemas, Eight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7627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listen_telemetry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68296" y="2624328"/>
            <a:ext cx="24688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21031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17627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Instinct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detect_anomaly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62856" y="2624328"/>
            <a:ext cx="24688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21031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7627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retrieve_procedure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2624328"/>
            <a:ext cx="24688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21031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17627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compile_ladder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51976" y="2624328"/>
            <a:ext cx="24688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21031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17627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298094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approve_change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inter-stage boundary is enforced at runtime by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jsonschema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Schema violations are hard MCP errors — not silent downstream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07492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device imports another device's internals. If output violates the contract, the pipeline stops at that boundary with a clear error — the chain is transparent and inspectable end to end.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1 + 2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Ears: Telemetry Ingestion  |  Instinct: Anomaly Detection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tool: </a:t>
            </a:r>
            <a:pPr indent="0" marL="0">
              <a:buNone/>
            </a:pPr>
            <a:r>
              <a:rPr lang="en-US" sz="12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listen_telemetry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Schema 1: device_id, timestamp, readings.vibration_mm_s, readings.temperature_c, readings.rpm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5021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source via </a:t>
            </a:r>
            <a:pPr indent="0" marL="0">
              <a:buNone/>
            </a:pPr>
            <a:r>
              <a:rPr lang="en-US" sz="12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EARS_SOURCE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— cycles telemetry_stream.jsonl (default, no hardware)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— live Modbus RTU via EarsModbusRtuAdapter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— stub (contribution point)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INSTINCT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detect_anomaly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Stateful, per-device anomaly detector. Zero ML.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baseline: 100-tick rolling window (frozen once full)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Dual-threshold flag: &gt;12% deviation and z-score &gt;3.0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on 2 consecutive flagged ticks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Re-arm after 3 consecutive settled ticks (hysteresis)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Re-emit if severity climbs &gt;0.10, 10-tick cooldown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29400" y="49377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vibration + temperature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bearing_wear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vibration only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vibration_drift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only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thermal_creep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only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other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Procedure Retrieval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retrieve_procedure
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Schema 2 (anomaly flag). Uses the description field as a free-text query. Returns Schema 3: matched procedure, source document, page number, excerpt, suggested_fix_nl, confidence score.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BM25Okapi index over corpus.json — 10 procedure entries from conveyor maintenance manuals, inspection tickets, and SOPs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embedding model. No network calls at query time. Fully deterministic.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Hot-reload without restart: call reload_corpus MCP tool after uploading a new manual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2788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MATCH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3108960"/>
            <a:ext cx="5394960" cy="320040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description: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"vibration rising 28% above baseline on conveyor_motor_2"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PROC-VIB-014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"Conveyor Motor Maintenance Manual"  p.14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0.91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suggested_fix_nl: 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"If vibration exceeds threshold, stop conveyor motor 2."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Hands: NL → Ladder Logic Compiler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tool: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compile_ladder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Schema 3. Compiles suggested_fix_nl into a Schema 4 ladder-logic diff. No LLM — a deterministic lexer/parser/IR/codegen pipeline.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16352"/>
            <a:ext cx="19659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3104388"/>
            <a:ext cx="20116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9" name="Shape 7"/>
          <p:cNvSpPr/>
          <p:nvPr/>
        </p:nvSpPr>
        <p:spPr>
          <a:xfrm>
            <a:off x="2679192" y="27432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816352"/>
            <a:ext cx="19659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 patterns)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72584" y="3104388"/>
            <a:ext cx="20116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27432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2816352"/>
            <a:ext cx="19659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94576" y="3104388"/>
            <a:ext cx="20116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3176" y="27432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2816352"/>
            <a:ext cx="19659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16568" y="3104388"/>
            <a:ext cx="201168" cy="146304"/>
          </a:xfrm>
          <a:prstGeom prst="rightArrow">
            <a:avLst/>
          </a:prstGeom>
          <a:solidFill>
            <a:srgbClr val="E8890C"/>
          </a:solidFill>
          <a:ln/>
        </p:spPr>
      </p:sp>
      <p:sp>
        <p:nvSpPr>
          <p:cNvPr id="18" name="Shape 16"/>
          <p:cNvSpPr/>
          <p:nvPr/>
        </p:nvSpPr>
        <p:spPr>
          <a:xfrm>
            <a:off x="9345168" y="27432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242424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2816352"/>
            <a:ext cx="19659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11247120" cy="201168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"If vibration exceeds threshold, stop conveyor motor 2."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|--[vib&gt;THR]--(/conveyor_motor_2/)-|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validation: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[PASS] program is non-empty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[PASS] every coil has contact chain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[ 08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Approval: Human-in-the-Loop, Four Modes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tool: </a:t>
            </a:r>
            <a:pPr indent="0" marL="0">
              <a:buNone/>
            </a:pPr>
            <a:r>
              <a:rPr lang="en-US" sz="14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approve_change</a:t>
            </a:r>
            <a:pPr indent="0" marL="0">
              <a:buNone/>
            </a:pPr>
            <a:r>
              <a:rPr lang="en-US" sz="14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mode controlled by </a:t>
            </a:r>
            <a:pPr indent="0" marL="0">
              <a:buNone/>
            </a:pPr>
            <a:r>
              <a:rPr lang="en-US" sz="140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APPROVAL_MODE</a:t>
            </a:r>
            <a:pPr indent="0" marL="0">
              <a:buNone/>
            </a:pPr>
            <a:r>
              <a:rPr lang="en-US" sz="14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 var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502920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89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8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A9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interactive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 terminal UI — blocks for operator input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A9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auto_approve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 approved immediately — CI / known-safe fixtures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A9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auto_reject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 rejected immediately — pipeline validation tests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A9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webhook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POSTs Schema 4 to APPROVAL_WEBHOOK_URL, polls every 5s, 300s timeout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15000" y="196596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mocked interactive terminal ui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0" y="2286000"/>
            <a:ext cx="5989320" cy="3977640"/>
          </a:xfrm>
          <a:prstGeom prst="roundRect">
            <a:avLst>
              <a:gd name="adj" fmla="val 1379"/>
            </a:avLst>
          </a:prstGeom>
          <a:solidFill>
            <a:srgbClr val="141414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4231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 REQUIRED — device: conveyor_motor_2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2743200"/>
            <a:ext cx="553212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83464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device_id: </a:t>
            </a:r>
            <a:pPr indent="0" marL="0">
              <a:buNone/>
            </a:pPr>
            <a:r>
              <a:rPr lang="en-US" sz="9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conveyor_motor_2   </a:t>
            </a:r>
            <a:pPr indent="0" marL="0">
              <a:buNone/>
            </a:pPr>
            <a:r>
              <a:rPr lang="en-US" sz="9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dialect: </a:t>
            </a:r>
            <a:pPr indent="0" marL="0">
              <a:buNone/>
            </a:pPr>
            <a:r>
              <a:rPr lang="en-US" sz="9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IEC-61131-3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3200400"/>
            <a:ext cx="5532120" cy="640080"/>
          </a:xfrm>
          <a:prstGeom prst="roundRect">
            <a:avLst>
              <a:gd name="adj" fmla="val 5714"/>
            </a:avLst>
          </a:prstGeom>
          <a:solidFill>
            <a:srgbClr val="1E2530"/>
          </a:solidFill>
          <a:ln w="9525">
            <a:solidFill>
              <a:srgbClr val="4A6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320040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Explanation: stops conveyor motor 2 when vibration exceeds the configured threshold.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3977640"/>
            <a:ext cx="553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non-empty 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coil-contact chain
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0" y="4663440"/>
            <a:ext cx="2674620" cy="777240"/>
          </a:xfrm>
          <a:prstGeom prst="roundRect">
            <a:avLst>
              <a:gd name="adj" fmla="val 4706"/>
            </a:avLst>
          </a:prstGeom>
          <a:solidFill>
            <a:srgbClr val="3A1F1D"/>
          </a:solidFill>
          <a:ln w="9525">
            <a:solidFill>
              <a:srgbClr val="E05C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4709160"/>
            <a:ext cx="24917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B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RUNG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B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|--[vib]--( )--|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801100" y="4663440"/>
            <a:ext cx="2674620" cy="777240"/>
          </a:xfrm>
          <a:prstGeom prst="roundRect">
            <a:avLst>
              <a:gd name="adj" fmla="val 4706"/>
            </a:avLst>
          </a:prstGeom>
          <a:solidFill>
            <a:srgbClr val="1F3A22"/>
          </a:solidFill>
          <a:ln w="9525">
            <a:solidFill>
              <a:srgbClr val="5FB8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92540" y="4709160"/>
            <a:ext cx="24917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RUNG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7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|--[vib&gt;THR]--(/motor_2/)-|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0" y="5623560"/>
            <a:ext cx="553212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576072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</a:t>
            </a:r>
            <a:pPr indent="0" marL="0">
              <a:buNone/>
            </a:pPr>
            <a:r>
              <a:rPr lang="en-US" sz="10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  </a:t>
            </a:r>
            <a:pPr indent="0" marL="0">
              <a:buNone/>
            </a:pPr>
            <a:r>
              <a:rPr lang="en-US" sz="1050" b="1" dirty="0">
                <a:solidFill>
                  <a:srgbClr val="E05C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pPr indent="0" marL="0">
              <a:buNone/>
            </a:pPr>
            <a:r>
              <a:rPr lang="en-US" sz="10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   </a:t>
            </a:r>
            <a:pPr indent="0" marL="0">
              <a:buNone/>
            </a:pPr>
            <a:r>
              <a:rPr lang="en-US" sz="105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</a:t>
            </a:r>
            <a:pPr indent="0" marL="0">
              <a:buNone/>
            </a:pPr>
            <a:r>
              <a:rPr lang="en-US" sz="10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  </a:t>
            </a:r>
            <a:pPr indent="0" marL="0">
              <a:buNone/>
            </a:pPr>
            <a:r>
              <a:rPr lang="en-US" sz="1050" b="1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[ 09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Technical Differentiators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30168" cy="1965960"/>
          </a:xfrm>
          <a:prstGeom prst="roundRect">
            <a:avLst>
              <a:gd name="adj" fmla="val 279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084832"/>
            <a:ext cx="3300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MCP-native pipeline composition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670048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independent MCP tools. Any orchestrator can call each stage, inspect the output, and decide whether to proceed.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1104" y="1645920"/>
            <a:ext cx="3630168" cy="1965960"/>
          </a:xfrm>
          <a:prstGeom prst="roundRect">
            <a:avLst>
              <a:gd name="adj" fmla="val 279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5696" y="2084832"/>
            <a:ext cx="3300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anomaly detection, no 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25696" y="2670048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Dual-threshold (12% + z=3.0), 2-tick confirmation, 3-tick hysteresis. Fully auditable — parameters live in code.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5008" y="1645920"/>
            <a:ext cx="3630168" cy="1965960"/>
          </a:xfrm>
          <a:prstGeom prst="roundRect">
            <a:avLst>
              <a:gd name="adj" fmla="val 279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084832"/>
            <a:ext cx="3300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→ Ladder Logic compiler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2670048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lexer/parser/IR/codegen for 8 patterns. Produces valid IEC-61131-3 ASCII rungs. No LLM in the compile path.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630168" cy="1965960"/>
          </a:xfrm>
          <a:prstGeom prst="roundRect">
            <a:avLst>
              <a:gd name="adj" fmla="val 279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04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" y="4233672"/>
            <a:ext cx="3300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Schema-enforced inter-stage contracts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" y="4818888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jsonschema validates every MCP tool return. A violation is a hard error at the boundary, not a KeyError downstream.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61104" y="3794760"/>
            <a:ext cx="3630168" cy="1965960"/>
          </a:xfrm>
          <a:prstGeom prst="roundRect">
            <a:avLst>
              <a:gd name="adj" fmla="val 279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3904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25696" y="4233672"/>
            <a:ext cx="3300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 procedure retrieval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25696" y="4818888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over a local corpus. No embedding model, no network call at query time. Hot-reloadable via reload_corpus.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5008" y="3794760"/>
            <a:ext cx="3630168" cy="1965960"/>
          </a:xfrm>
          <a:prstGeom prst="roundRect">
            <a:avLst>
              <a:gd name="adj" fmla="val 279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904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4233672"/>
            <a:ext cx="33009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shared state via FastMCP lifespan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0" y="4818888"/>
            <a:ext cx="3300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lives in one PipelineContext, injected via lifespan. No singletons — full parallel test isolation.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live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265176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run_pipeline_tick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full pipeline in one call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listen_telemetry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detect_anomaly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retrieve_procedure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compile_ladder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approve_change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step by step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approval terminal UI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violation: hard error at the boundary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[ 11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56616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89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Technology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 (FastMCP, stdio transport)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Anomaly detector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Pure Python — math, collections.deque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Procedure 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rank_bm25, jsonschema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 compiler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Pure Python — lexer/parser/IR/codegen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Telemetry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pymodbus (Modbus RTU), .jsonl fixture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jsonschema (all 5 schemas, every tool return)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0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C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Environment variables or YAML (PyYAML)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runtime dependencies: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mcp, jsonschema, rank_bm25, rich, pymodbus, PyYAML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4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ML framework dependencies.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[ 12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Be Extended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30168" cy="4343400"/>
          </a:xfrm>
          <a:prstGeom prst="roundRect">
            <a:avLst>
              <a:gd name="adj" fmla="val 151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56232"/>
            <a:ext cx="3264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new telemetry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264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Subclass TelemetrySource, implement next_tick(), set EARS_SOURCE. Example: OPC-UA adapter, MQTT consumer.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3264408" cy="1828800"/>
          </a:xfrm>
          <a:prstGeom prst="rect">
            <a:avLst/>
          </a:prstGeom>
          <a:solidFill>
            <a:srgbClr val="2C2C2C"/>
          </a:solidFill>
          <a:ln w="6350">
            <a:solidFill>
              <a:srgbClr val="3A3A3A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OpcUaSource(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TelemetrySource):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next_tick(self):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EARS_SOURCE=opcua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61104" y="1691640"/>
            <a:ext cx="3630168" cy="4343400"/>
          </a:xfrm>
          <a:prstGeom prst="roundRect">
            <a:avLst>
              <a:gd name="adj" fmla="val 151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856232"/>
            <a:ext cx="3264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procedure corpus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43984" y="2514600"/>
            <a:ext cx="3264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entries to corpus.json (or point CORPUS_PATH at a new file), call reload_corpus. No restart, no reindex command.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3984" y="4023360"/>
            <a:ext cx="3264408" cy="1828800"/>
          </a:xfrm>
          <a:prstGeom prst="rect">
            <a:avLst/>
          </a:prstGeom>
          <a:solidFill>
            <a:srgbClr val="2C2C2C"/>
          </a:solidFill>
          <a:ln w="6350">
            <a:solidFill>
              <a:srgbClr val="3A3A3A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edit corpus.json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mcp call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reload_corpus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BM25 index rebuilds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in-process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3630168" cy="4343400"/>
          </a:xfrm>
          <a:prstGeom prst="roundRect">
            <a:avLst>
              <a:gd name="adj" fmla="val 1511"/>
            </a:avLst>
          </a:prstGeom>
          <a:solidFill>
            <a:srgbClr val="24242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856232"/>
            <a:ext cx="32644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NL pattern to Hands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47888" y="2514600"/>
            <a:ext cx="32644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pattern function to parser.py following the existing 8-pattern structure. First match wins.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47888" y="4023360"/>
            <a:ext cx="3264408" cy="1828800"/>
          </a:xfrm>
          <a:prstGeom prst="rect">
            <a:avLst/>
          </a:prstGeom>
          <a:solidFill>
            <a:srgbClr val="2C2C2C"/>
          </a:solidFill>
          <a:ln w="6350">
            <a:solidFill>
              <a:srgbClr val="3A3A3A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threshold_stop(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tokens): ...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 = [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..., new_pattern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stage is isolated by schema contracts, extending one device never requires touching another — the schema is the only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[ 13 / 13 ]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Running in Two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394960" cy="64008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— add to mcp.json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394960" cy="265176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"bob-on-the-floor": {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"python",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["/absolute/path/to/mcp_server.py"]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2200" y="1600200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72200" y="233172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spawns the server on demand.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2200" y="297180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8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TOOLS IMMEDIATELY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3246120"/>
            <a:ext cx="5532120" cy="1188720"/>
          </a:xfrm>
          <a:prstGeom prst="rect">
            <a:avLst/>
          </a:prstGeom>
          <a:solidFill>
            <a:srgbClr val="2C2C2C"/>
          </a:solidFill>
          <a:ln w="9525">
            <a:solidFill>
              <a:srgbClr val="3A3A3A"/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listen_telemetry     retrieve_procedure   run_pipeline_tick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detect_anomaly       compile_ladder       reload_corpus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approve_change                            get_pipeline_status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507492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(add your GitHub URL here)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2026-09-27T06:57:10Z</dcterms:created>
  <dcterms:modified xsi:type="dcterms:W3CDTF">2026-09-27T06:57:10Z</dcterms:modified>
</cp:coreProperties>
</file>